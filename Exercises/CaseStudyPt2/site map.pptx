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14B4A-C602-4DEA-8100-34B3F8BA92E6}" type="datetimeFigureOut">
              <a:rPr lang="en-US" smtClean="0"/>
              <a:t>8/23/2017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03D3B-875B-4622-BAA4-CB0A85E81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022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14B4A-C602-4DEA-8100-34B3F8BA92E6}" type="datetimeFigureOut">
              <a:rPr lang="en-US" smtClean="0"/>
              <a:t>8/23/2017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03D3B-875B-4622-BAA4-CB0A85E81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497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14B4A-C602-4DEA-8100-34B3F8BA92E6}" type="datetimeFigureOut">
              <a:rPr lang="en-US" smtClean="0"/>
              <a:t>8/23/2017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03D3B-875B-4622-BAA4-CB0A85E81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802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14B4A-C602-4DEA-8100-34B3F8BA92E6}" type="datetimeFigureOut">
              <a:rPr lang="en-US" smtClean="0"/>
              <a:t>8/23/2017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03D3B-875B-4622-BAA4-CB0A85E81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036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14B4A-C602-4DEA-8100-34B3F8BA92E6}" type="datetimeFigureOut">
              <a:rPr lang="en-US" smtClean="0"/>
              <a:t>8/23/2017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03D3B-875B-4622-BAA4-CB0A85E81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63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14B4A-C602-4DEA-8100-34B3F8BA92E6}" type="datetimeFigureOut">
              <a:rPr lang="en-US" smtClean="0"/>
              <a:t>8/23/2017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03D3B-875B-4622-BAA4-CB0A85E81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48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14B4A-C602-4DEA-8100-34B3F8BA92E6}" type="datetimeFigureOut">
              <a:rPr lang="en-US" smtClean="0"/>
              <a:t>8/23/2017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03D3B-875B-4622-BAA4-CB0A85E81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03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14B4A-C602-4DEA-8100-34B3F8BA92E6}" type="datetimeFigureOut">
              <a:rPr lang="en-US" smtClean="0"/>
              <a:t>8/23/2017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03D3B-875B-4622-BAA4-CB0A85E81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497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14B4A-C602-4DEA-8100-34B3F8BA92E6}" type="datetimeFigureOut">
              <a:rPr lang="en-US" smtClean="0"/>
              <a:t>8/23/2017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03D3B-875B-4622-BAA4-CB0A85E81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3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14B4A-C602-4DEA-8100-34B3F8BA92E6}" type="datetimeFigureOut">
              <a:rPr lang="en-US" smtClean="0"/>
              <a:t>8/23/2017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03D3B-875B-4622-BAA4-CB0A85E81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56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14B4A-C602-4DEA-8100-34B3F8BA92E6}" type="datetimeFigureOut">
              <a:rPr lang="en-US" smtClean="0"/>
              <a:t>8/23/2017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03D3B-875B-4622-BAA4-CB0A85E81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64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14B4A-C602-4DEA-8100-34B3F8BA92E6}" type="datetimeFigureOut">
              <a:rPr lang="en-US" smtClean="0"/>
              <a:t>8/23/2017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03D3B-875B-4622-BAA4-CB0A85E81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70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843848" y="988540"/>
            <a:ext cx="2471352" cy="11697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Home</a:t>
            </a:r>
            <a:endParaRPr lang="en-US" sz="2800" dirty="0"/>
          </a:p>
        </p:txBody>
      </p:sp>
      <p:sp>
        <p:nvSpPr>
          <p:cNvPr id="5" name="Rounded Rectangle 4"/>
          <p:cNvSpPr/>
          <p:nvPr/>
        </p:nvSpPr>
        <p:spPr>
          <a:xfrm>
            <a:off x="8480854" y="3389869"/>
            <a:ext cx="2471352" cy="11697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Jobs</a:t>
            </a:r>
            <a:endParaRPr lang="en-US" sz="2800" dirty="0"/>
          </a:p>
        </p:txBody>
      </p:sp>
      <p:sp>
        <p:nvSpPr>
          <p:cNvPr id="6" name="Rounded Rectangle 5"/>
          <p:cNvSpPr/>
          <p:nvPr/>
        </p:nvSpPr>
        <p:spPr>
          <a:xfrm>
            <a:off x="4996248" y="3389870"/>
            <a:ext cx="2471352" cy="11697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Music</a:t>
            </a:r>
            <a:endParaRPr lang="en-US" sz="2800" dirty="0"/>
          </a:p>
        </p:txBody>
      </p:sp>
      <p:sp>
        <p:nvSpPr>
          <p:cNvPr id="7" name="Rounded Rectangle 6"/>
          <p:cNvSpPr/>
          <p:nvPr/>
        </p:nvSpPr>
        <p:spPr>
          <a:xfrm>
            <a:off x="1742302" y="3389868"/>
            <a:ext cx="2471352" cy="11697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Menu</a:t>
            </a:r>
            <a:endParaRPr lang="en-US" sz="2800" dirty="0"/>
          </a:p>
        </p:txBody>
      </p:sp>
      <p:cxnSp>
        <p:nvCxnSpPr>
          <p:cNvPr id="9" name="Straight Connector 8"/>
          <p:cNvCxnSpPr>
            <a:stCxn id="4" idx="2"/>
          </p:cNvCxnSpPr>
          <p:nvPr/>
        </p:nvCxnSpPr>
        <p:spPr>
          <a:xfrm>
            <a:off x="6079524" y="2158313"/>
            <a:ext cx="0" cy="42013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977978" y="2578443"/>
            <a:ext cx="673855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7" idx="0"/>
          </p:cNvCxnSpPr>
          <p:nvPr/>
        </p:nvCxnSpPr>
        <p:spPr>
          <a:xfrm>
            <a:off x="2977978" y="2578443"/>
            <a:ext cx="0" cy="8114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079524" y="2578443"/>
            <a:ext cx="0" cy="8114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5" idx="0"/>
          </p:cNvCxnSpPr>
          <p:nvPr/>
        </p:nvCxnSpPr>
        <p:spPr>
          <a:xfrm>
            <a:off x="9716530" y="2578443"/>
            <a:ext cx="0" cy="8114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143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F34</dc:creator>
  <cp:lastModifiedBy>F34</cp:lastModifiedBy>
  <cp:revision>1</cp:revision>
  <dcterms:created xsi:type="dcterms:W3CDTF">2017-08-23T06:30:51Z</dcterms:created>
  <dcterms:modified xsi:type="dcterms:W3CDTF">2017-08-23T06:31:05Z</dcterms:modified>
</cp:coreProperties>
</file>